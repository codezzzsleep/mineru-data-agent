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Agent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Inspection Date: 2026-05-23</a:t>
            </a:r>
          </a:p>
          <a:p>
            <a:r>
              <a:t>Goal: verify slide-level provenance, execution matrices, and recovery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Recovery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 PPTX extractor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slide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keep slide index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quality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flag warnings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Retrieval exporter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jsonl chunks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skip noise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Anomaly: slide decks often lose section order during plain text extraction.</a:t>
            </a:r>
          </a:p>
          <a:p>
            <a:r>
              <a:t>Recommendation: preserve slide index and table rows in content blocks.</a:t>
            </a:r>
          </a:p>
          <a:p>
            <a:r>
              <a:t>Risk: charts still require a visual model follow-up.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